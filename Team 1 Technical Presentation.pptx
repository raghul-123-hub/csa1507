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7" r:id="rId4"/>
    <p:sldId id="259" r:id="rId5"/>
    <p:sldId id="270" r:id="rId6"/>
    <p:sldId id="271" r:id="rId7"/>
    <p:sldId id="272" r:id="rId8"/>
    <p:sldId id="273" r:id="rId9"/>
    <p:sldId id="274" r:id="rId10"/>
    <p:sldId id="264" r:id="rId11"/>
    <p:sldId id="265" r:id="rId12"/>
    <p:sldId id="267" r:id="rId13"/>
    <p:sldId id="275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1FA639-F699-4DD4-9296-2777EBF10798}" v="1" dt="2026-01-30T10:44:18.91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3447" autoAdjust="0"/>
  </p:normalViewPr>
  <p:slideViewPr>
    <p:cSldViewPr>
      <p:cViewPr varScale="1">
        <p:scale>
          <a:sx n="77" d="100"/>
          <a:sy n="77" d="100"/>
        </p:scale>
        <p:origin x="1046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23-Jul-26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23-Jul-26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23-Jul-26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23-Jul-26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23-Jul-26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04795" y="461899"/>
            <a:ext cx="6582409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45081"/>
            <a:ext cx="10770235" cy="452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23-Jul-26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3827" y="1978167"/>
            <a:ext cx="10144888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 sz="2600" b="1"/>
            </a:pPr>
            <a:r>
              <a:rPr lang="en-US" sz="2800"/>
              <a:t>Cloud Security Fundamentals: Protecting Data and Applications</a:t>
            </a:r>
            <a:endParaRPr lang="en-US" sz="28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62572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9400" y="191643"/>
            <a:ext cx="1594865" cy="1484757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6248400" y="4191000"/>
            <a:ext cx="5562600" cy="14500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PRESENTED  BY: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Raghul. D (192425328),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Subash Kannan (192511237), 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Dinesh. S (192521152)</a:t>
            </a:r>
            <a:endParaRPr lang="en-US" b="1" dirty="0"/>
          </a:p>
        </p:txBody>
      </p:sp>
      <p:sp>
        <p:nvSpPr>
          <p:cNvPr id="7" name="Google Shape;88;p13"/>
          <p:cNvSpPr txBox="1"/>
          <p:nvPr/>
        </p:nvSpPr>
        <p:spPr>
          <a:xfrm>
            <a:off x="264160" y="4563698"/>
            <a:ext cx="6357875" cy="20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Supervisor: </a:t>
            </a:r>
            <a:br>
              <a:rPr lang="en-US" sz="1800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ANURADHA. C</a:t>
            </a:r>
            <a:br>
              <a:rPr lang="en-US" sz="1800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</a:br>
            <a:r>
              <a:rPr lang="en-US" sz="1800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Saveetha School of Engineering</a:t>
            </a:r>
            <a:endParaRPr sz="1800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A6BF4-AD54-AF2F-002A-3FE832EDB145}"/>
              </a:ext>
            </a:extLst>
          </p:cNvPr>
          <p:cNvSpPr txBox="1"/>
          <p:nvPr/>
        </p:nvSpPr>
        <p:spPr>
          <a:xfrm>
            <a:off x="1389991" y="381000"/>
            <a:ext cx="899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CSA1507 - CLOUD COMPUTING AND BIG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EDDACDB-E162-3041-1E69-E9458EEF288A}"/>
              </a:ext>
            </a:extLst>
          </p:cNvPr>
          <p:cNvSpPr txBox="1"/>
          <p:nvPr/>
        </p:nvSpPr>
        <p:spPr>
          <a:xfrm>
            <a:off x="609600" y="1981200"/>
            <a:ext cx="11049000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allows users to store data and run applications over the internet. It provides easy access to computing resources from anywhere.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 protects cloud systems, applications, and stored data from threats. It helps prevent unauthorized access, cyberattacks, and data loss.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purpose of cloud security is to ensure Confidentiality, Integrity, and Availability (CIA). These three principles keep information safe, accurate, and accessible.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 providers use technologies such as encryption, firewalls, and Identity and Access Management (IAM).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security measures protect data and control user access.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05B9F6F6-0F79-1517-AACE-3F48CB47B2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30814" y="586092"/>
            <a:ext cx="251350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8773" y="461899"/>
            <a:ext cx="257022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08F9FE-957E-68B4-9AA6-C252EA05EC3E}"/>
              </a:ext>
            </a:extLst>
          </p:cNvPr>
          <p:cNvSpPr txBox="1"/>
          <p:nvPr/>
        </p:nvSpPr>
        <p:spPr>
          <a:xfrm>
            <a:off x="228601" y="1841242"/>
            <a:ext cx="1180566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 cloud security concepts.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 cloud security architecture.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common threats.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Explain the Shared Responsibility Model.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Explore IAM, encryption, and data protection.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Discuss industry applications and future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2868" y="517804"/>
            <a:ext cx="66294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60220" algn="l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it’s important</a:t>
            </a:r>
            <a:endParaRPr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881C58-822C-C88B-36D1-F0C16C4D0B11}"/>
              </a:ext>
            </a:extLst>
          </p:cNvPr>
          <p:cNvSpPr txBox="1"/>
          <p:nvPr/>
        </p:nvSpPr>
        <p:spPr>
          <a:xfrm>
            <a:off x="407275" y="1594787"/>
            <a:ext cx="113774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Sensitive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 safeguards personal, financial, and business information from unauthorized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Cyber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defend against malware, ransomware, phishing, and other online threats.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Business Continuity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backups and disaster recovery help keep services running during failures.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Customer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security measures protect customer information and increase confidence in cloud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Legal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organizations meet data protection laws and industry security standards.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54E797-E2A4-1507-A82F-357F097F3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20397C-CD0E-0A9C-07F6-9F236C0B4F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35710" y="457200"/>
            <a:ext cx="84528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6022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Security Threats </a:t>
            </a:r>
            <a:endParaRPr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E429458-BE38-EF6C-5407-05DDA294C5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2EDA05D-9AEC-9B41-AD02-F0710FDE62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76DB25-D649-FECB-1591-040C7518420A}"/>
              </a:ext>
            </a:extLst>
          </p:cNvPr>
          <p:cNvSpPr txBox="1"/>
          <p:nvPr/>
        </p:nvSpPr>
        <p:spPr>
          <a:xfrm>
            <a:off x="909142" y="1534540"/>
            <a:ext cx="9906000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Breaches  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Sensitive information may be exposed when attackers gain unauthorized access to cloud data.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 and Ransomware  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Malicious software can infect cloud systems, steal data, or lock files until a ransom is paid.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Attacks  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Fake emails or websites trick users into revealing passwords and other confidential information.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Passwords  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Simple or reused passwords make it easier for attackers to access cloud accounts.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Insider Threats  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Employees or trusted users may intentionally or accidentally expose sensitive data.</a:t>
            </a:r>
          </a:p>
        </p:txBody>
      </p:sp>
    </p:spTree>
    <p:extLst>
      <p:ext uri="{BB962C8B-B14F-4D97-AF65-F5344CB8AC3E}">
        <p14:creationId xmlns:p14="http://schemas.microsoft.com/office/powerpoint/2010/main" val="3304770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8A9ED89-A8C3-04BD-DE30-77D2BB579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D5D4593-F444-5B11-B40D-186E2BFDA3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316" y="469856"/>
            <a:ext cx="7709408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6022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Cloud Security</a:t>
            </a:r>
            <a:endParaRPr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C787CE6-EFD6-D19C-3EFA-A8C3D95BD5F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7662D10A-8C3A-9CA5-4825-3D896BC8573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B7F0D3-6C03-A75F-ACE3-0CACBB3CDD9C}"/>
              </a:ext>
            </a:extLst>
          </p:cNvPr>
          <p:cNvSpPr txBox="1"/>
          <p:nvPr/>
        </p:nvSpPr>
        <p:spPr>
          <a:xfrm>
            <a:off x="623442" y="1549780"/>
            <a:ext cx="11035157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Network Security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cloud networks from unauthorized access and cyber attacks.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firewalls, VPNs, and intrusion detection systems.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Security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data stored and transmitted in the cloud.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encryption, backups, and data loss prevention (DLP).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Identity and Access Management (IAM)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who can access cloud resources.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authentication, authorization, and Multi-Factor Authentication (MFA).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Application Security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cloud-based applications from vulnerabilities and attacks.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regular updates, secure coding, and vulnerability testing.</a:t>
            </a:r>
          </a:p>
        </p:txBody>
      </p:sp>
    </p:spTree>
    <p:extLst>
      <p:ext uri="{BB962C8B-B14F-4D97-AF65-F5344CB8AC3E}">
        <p14:creationId xmlns:p14="http://schemas.microsoft.com/office/powerpoint/2010/main" val="2630667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14F1C5-B6DD-0495-0D09-422795B7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CBDDC44-6C5C-79D4-C1E9-7AF9A4250A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5000" y="352088"/>
            <a:ext cx="9029853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6022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Protection and Encryption</a:t>
            </a:r>
            <a:endParaRPr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A108F98-3D04-5115-7719-6FD5B140CBC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5716CABC-0A41-88FF-2A5E-41FADD4263A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CE50D2-1962-CAE2-587A-D6AB7A66D930}"/>
              </a:ext>
            </a:extLst>
          </p:cNvPr>
          <p:cNvSpPr txBox="1"/>
          <p:nvPr/>
        </p:nvSpPr>
        <p:spPr>
          <a:xfrm>
            <a:off x="533400" y="1905000"/>
            <a:ext cx="10744200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Protection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protection ensures that sensitive information is safe from unauthorized access, loss, or theft.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backups, access controls, and security policies to maintain data confidentiality and integrity.</a:t>
            </a:r>
          </a:p>
          <a:p>
            <a:pPr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converts readable data into an unreadable format using a secret key.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authorized users with the correct decryption key can access the original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2338190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3311366-6423-116B-394A-FBA47256B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D3B77BD-4110-77A3-4893-A7472D73EE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46466" y="457200"/>
            <a:ext cx="748220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6022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world application</a:t>
            </a:r>
            <a:endParaRPr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C4F46C2-B024-A4E2-5B40-AD2CDE5BAB4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0FBF5A39-E28F-4855-60A9-21B439E865A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E1AF30-E8AD-D2F6-DC8D-30B71A0C3DDC}"/>
              </a:ext>
            </a:extLst>
          </p:cNvPr>
          <p:cNvSpPr txBox="1"/>
          <p:nvPr/>
        </p:nvSpPr>
        <p:spPr>
          <a:xfrm>
            <a:off x="457200" y="1752600"/>
            <a:ext cx="11049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Healthcare</a:t>
            </a:r>
          </a:p>
          <a:p>
            <a:r>
              <a:rPr lang="en-US" dirty="0"/>
              <a:t>Protects patient records and medical data from unauthorized access.</a:t>
            </a:r>
          </a:p>
          <a:p>
            <a:r>
              <a:rPr lang="en-US" dirty="0"/>
              <a:t>Ensures secure communication between hospitals and healthcare providers.</a:t>
            </a:r>
          </a:p>
          <a:p>
            <a:endParaRPr lang="en-US" b="1" dirty="0"/>
          </a:p>
          <a:p>
            <a:r>
              <a:rPr lang="en-US" b="1" dirty="0"/>
              <a:t>Banking and Finance</a:t>
            </a:r>
          </a:p>
          <a:p>
            <a:r>
              <a:rPr lang="en-US" dirty="0"/>
              <a:t>Secures online banking transactions and customer account information.</a:t>
            </a:r>
          </a:p>
          <a:p>
            <a:r>
              <a:rPr lang="en-US" dirty="0"/>
              <a:t>Prevents fraud, data theft, and cyberattacks.</a:t>
            </a:r>
          </a:p>
          <a:p>
            <a:endParaRPr lang="en-US" b="1" dirty="0"/>
          </a:p>
          <a:p>
            <a:r>
              <a:rPr lang="en-US" b="1" dirty="0"/>
              <a:t>E-Commerce</a:t>
            </a:r>
          </a:p>
          <a:p>
            <a:r>
              <a:rPr lang="en-US" dirty="0"/>
              <a:t>Protects customer personal information and payment details.</a:t>
            </a:r>
          </a:p>
          <a:p>
            <a:r>
              <a:rPr lang="en-US" dirty="0"/>
              <a:t>Provides secure online shopping and digital payment services.</a:t>
            </a:r>
          </a:p>
          <a:p>
            <a:endParaRPr lang="en-US" dirty="0"/>
          </a:p>
          <a:p>
            <a:r>
              <a:rPr lang="en-US" b="1" dirty="0"/>
              <a:t>Education</a:t>
            </a:r>
          </a:p>
          <a:p>
            <a:r>
              <a:rPr lang="en-US" dirty="0"/>
              <a:t>Secures student records and online learning platforms.</a:t>
            </a:r>
          </a:p>
          <a:p>
            <a:r>
              <a:rPr lang="en-US" dirty="0"/>
              <a:t>Enables safe access for students, teachers, and administrators.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226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F812D7-BCBB-EF1F-C52A-5BD7ACA15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EBCE40C-56DE-F8CF-24CA-0BBD7D3406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461899"/>
            <a:ext cx="800099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60220" algn="l">
              <a:lnSpc>
                <a:spcPct val="100000"/>
              </a:lnSpc>
              <a:spcBef>
                <a:spcPts val="105"/>
              </a:spcBef>
            </a:pPr>
            <a:r>
              <a:rPr lang="en-IN" spc="-10" dirty="0">
                <a:latin typeface="Times New Roman" panose="02020603050405020304" pitchFamily="18" charset="0"/>
              </a:rPr>
              <a:t>        Challenges</a:t>
            </a:r>
            <a:endParaRPr spc="-10" dirty="0">
              <a:latin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55742E2-209D-8379-E6CA-23F83C69A8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DF86803-FBE1-C55D-5650-EA8A680FD9D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ABBF4B-E27F-1FA0-6CCB-D07A507AE02E}"/>
              </a:ext>
            </a:extLst>
          </p:cNvPr>
          <p:cNvSpPr txBox="1"/>
          <p:nvPr/>
        </p:nvSpPr>
        <p:spPr>
          <a:xfrm>
            <a:off x="1017574" y="1570983"/>
            <a:ext cx="1015685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users may gain access to sensitive cloud data, leading to data breaches. This can result in financial loss and damage to an organization’s reputation.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cloud configurations can expose systems and applications to cyber threats.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Regular security reviews and proper settings help reduce this risk.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Insider threats occur when employees or trusted users misuse cloud resources.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Strong access controls and continuous monitoring help prevent such incidents.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must comply with security regulations and data protection laws.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Failure to meet compliance requirements can result in legal and financial penalties.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loss may occur due to cyberattacks, hardware failures, or accidental deletion.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Regular backups and disaster recovery plans help restore lost information.</a:t>
            </a:r>
          </a:p>
        </p:txBody>
      </p:sp>
    </p:spTree>
    <p:extLst>
      <p:ext uri="{BB962C8B-B14F-4D97-AF65-F5344CB8AC3E}">
        <p14:creationId xmlns:p14="http://schemas.microsoft.com/office/powerpoint/2010/main" val="2718504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0022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C58047-A040-1D71-7022-71C1C46C3010}"/>
              </a:ext>
            </a:extLst>
          </p:cNvPr>
          <p:cNvSpPr txBox="1"/>
          <p:nvPr/>
        </p:nvSpPr>
        <p:spPr>
          <a:xfrm>
            <a:off x="457200" y="1752600"/>
            <a:ext cx="11125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will improve cloud security by detecting and preventing cyber threats automatically. AI-based systems can respond to attacks faster and more accurately.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Trust Security will become a standard approach for protecting cloud environments. Every user and device will be verified before accessing cloud resources.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Multi-Factor Authentication (MFA) and biometric authentication will become more advanced. These methods will provide stronger protection against unauthorized access.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providers will use automation to monitor systems and respond to security incidents. Automated tools will reduce human errors and improve security management.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4851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97967" y="1752600"/>
            <a:ext cx="11196065" cy="36501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 protects data, applications, and cloud services from cyber threats. It helps ensure safe and reliable cloud computing.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like encryption, IAM, and MFA improve cloud security. They prevent unauthorized access and protect sensitive information.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security best practices reduces risks and improves data protection. This helps organizations use cloud services with confidence.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technology advances, cloud security will continue to become stronger and smarter. It will play a key role in the future of cloud computing.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0" y="2762974"/>
            <a:ext cx="4495800" cy="92333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IN" sz="5400" b="1" dirty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IN" sz="5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769F0E-280B-CA88-80E0-8E38BE573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438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612</TotalTime>
  <Words>958</Words>
  <Application>Microsoft Office PowerPoint</Application>
  <PresentationFormat>Widescreen</PresentationFormat>
  <Paragraphs>116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Cloud Security Fundamentals: Protecting Data and Applications</vt:lpstr>
      <vt:lpstr>Introduction</vt:lpstr>
      <vt:lpstr>Objectives</vt:lpstr>
      <vt:lpstr>Why it’s important</vt:lpstr>
      <vt:lpstr>Common Security Threats </vt:lpstr>
      <vt:lpstr>Types of Cloud Security</vt:lpstr>
      <vt:lpstr>Data Protection and Encryption</vt:lpstr>
      <vt:lpstr>Real world application</vt:lpstr>
      <vt:lpstr>        Challenges</vt:lpstr>
      <vt:lpstr>Future Scope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Raghul D</cp:lastModifiedBy>
  <cp:revision>24</cp:revision>
  <dcterms:created xsi:type="dcterms:W3CDTF">2025-06-27T03:09:22Z</dcterms:created>
  <dcterms:modified xsi:type="dcterms:W3CDTF">2026-07-23T05:36:56Z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2025-06-27T00:00:00Z</vt:filetime>
  </property>
  <property fmtid="{D5CDD505-2E9C-101B-9397-08002B2CF9AE}" pid="5" name="Producer">
    <vt:lpwstr>Microsoft® PowerPoint® 2021</vt:lpwstr>
  </property>
</Properties>
</file>